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A3F55-B293-417B-B608-3527565D9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4E8DB3-7E15-4158-BFD0-FB29350DD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F73999-E692-41C0-B1A3-108B36B3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A45E9-CDF0-495C-8A35-7FC483ED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6485D0-ED26-4824-8C5B-7491BFF5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04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812FDD-8CD2-4C41-8FEA-542D59BA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63E1CE-40C3-42D4-A119-8AB6D8CF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73FC1-2453-4DD6-849E-BB86E993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3C0A9C-0E49-4F0E-9180-B38F7E8D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043656-F27E-43AC-A972-E3F4241D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3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D165F7-9AD7-4AD4-A808-C35C1004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88D2F1-0DB9-4612-A51C-A86D1B365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6F068C-FB5D-4F37-9206-3E3F05DB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40C9F7-0781-4BB1-9BF9-C9C28DD7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11C870-FC7A-4A58-88C0-F5D712FD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DFDD03-D0DF-4F3A-88CF-185AEAD2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FBCD4C-72B3-4C2B-B171-A541CC9DD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B85505-B960-470A-BCD0-A5532E839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65D5E1-E87B-416A-8A80-117D231A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960BE8-E1A5-4D7F-8628-EF5226D3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CEB7C9-4638-42DB-A33D-6C538117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97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41ABA-E62F-4AC5-8B0C-D3D4EC945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8609B4-5F36-46B6-880F-DC6D0AFA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C5C258-F293-4F31-ADAC-B1835E8E0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A3DFC14-23AA-4F64-A5DE-CC6EBB846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505846-D235-4049-80B8-3B93D8C5C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EED9CC-30A6-43F9-ADE7-97DA5C25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25CBEAC-47E4-46F8-8E9B-F7B50EBF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5545F1-B1A9-4B73-A820-7143EDFB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69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17FA3-3ACB-4B98-A220-20297FEC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86BD6A-E4CF-4B3F-ACE7-4852CD84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AE47AD-F40F-4190-B3A4-DEC82EBB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235982-ADE4-40E7-99AA-45A9BA2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2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95DF0D9-3139-4BBB-9C8B-45DC6AA6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499F372-7BC6-4CE7-AB8D-DB19B5B1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C1E35B-D0A6-42E9-A49A-22597BCF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89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66664-D79E-4310-A7C2-7C772F7C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D9509B-46EF-46B4-A8AB-8875DBF42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DB9D8C-955D-48E2-A6B4-93DA97809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C5DB4-2326-4051-A656-2B4CDB27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E8871C-8EED-4F10-AEE4-A0D66564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363D4-14A4-4DCD-BE13-EC356FFD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43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44E82A-7F04-457C-A824-5B591FD7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42816FF-2ADE-4739-BE9E-58524BDCF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7B2A1B-C9AA-48F6-9C76-A3066C59F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2DCB4B-29A5-4354-AB65-BC5261B4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E1F340-545A-4484-B149-9B81D342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BD6BE3-0128-4DCB-9E1A-7DD387D1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9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BBD16-2433-41AD-AE1A-6885661B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4F0D93-E450-447C-AC23-838057CD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3C2D1B-642B-4B18-A53F-72A2803A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D8864-A620-4A55-A761-5BC3A761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9EC1E4-9036-442F-B37E-AAD6AC8A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26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0D129B9-F829-4755-93B1-D8193223D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3F8ACF-7A72-4EA6-A12E-C13BBF11F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3C6E7-AC2E-4EB1-A7F5-94D00A34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413F41-B27B-4880-8BD7-12512FE4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96B5B3-7ED5-4F9C-B7F2-D12A9A13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70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2F5C15-6C68-44CA-A4D0-D9F496B0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7F47C2-9CB4-427F-8613-B5EC226AE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5EAA6D-8B70-4AA9-85BB-CEA3FB364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27000-7518-4AA7-8D22-0FB406AB31CC}" type="datetimeFigureOut">
              <a:rPr lang="zh-TW" altLang="en-US" smtClean="0"/>
              <a:t>2024/3/22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9F97EA-7CFA-497D-B472-A1810A83A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646498-F8E0-405A-92D8-149F6CDD2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56B9D-72A9-4035-A0DC-25148C12E0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50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1.console.aws.amazon.com/deepracer/home?region=us-east-1#createModel" TargetMode="External"/><Relationship Id="rId2" Type="http://schemas.openxmlformats.org/officeDocument/2006/relationships/hyperlink" Target="https://engineering.linecorp.com/zh-hant/blog/aws-deepracer-201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92393-7D20-424A-8EB2-43314A463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018"/>
            <a:ext cx="9144000" cy="2387600"/>
          </a:xfrm>
        </p:spPr>
        <p:txBody>
          <a:bodyPr/>
          <a:lstStyle/>
          <a:p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DeepRacer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D8C288-BC5C-491D-BCB5-4C90D4546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4109053049</a:t>
            </a:r>
            <a:r>
              <a:rPr lang="zh-TW" altLang="en-US" dirty="0"/>
              <a:t> 張康磊 </a:t>
            </a:r>
            <a:endParaRPr lang="en-US" altLang="zh-TW" dirty="0"/>
          </a:p>
          <a:p>
            <a:r>
              <a:rPr lang="en-US" altLang="zh-TW" dirty="0"/>
              <a:t>4110053037</a:t>
            </a:r>
            <a:r>
              <a:rPr lang="zh-TW" altLang="en-US" dirty="0"/>
              <a:t> 王盈穎 </a:t>
            </a:r>
            <a:endParaRPr lang="en-US" altLang="zh-TW" dirty="0"/>
          </a:p>
          <a:p>
            <a:r>
              <a:rPr lang="en-US" altLang="zh-TW" dirty="0"/>
              <a:t>4110053048</a:t>
            </a:r>
            <a:r>
              <a:rPr lang="zh-TW" altLang="en-US" dirty="0"/>
              <a:t> 陳冠妤</a:t>
            </a:r>
          </a:p>
        </p:txBody>
      </p:sp>
    </p:spTree>
    <p:extLst>
      <p:ext uri="{BB962C8B-B14F-4D97-AF65-F5344CB8AC3E}">
        <p14:creationId xmlns:p14="http://schemas.microsoft.com/office/powerpoint/2010/main" val="258721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BADA4B9-60C5-45B5-BAEF-59394B40F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509180"/>
            <a:ext cx="11441122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0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2AF31F-B813-4146-8255-5DEB4384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2585920"/>
            <a:ext cx="1115533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4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5EF6722-E4D2-4E78-BB44-2AAAC623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71" y="493556"/>
            <a:ext cx="8276080" cy="587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93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432FFF6-A6D2-417E-BB8C-148E6370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2504946"/>
            <a:ext cx="1134585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14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85E14B6-6204-4564-80A1-E1BEE1A5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4" y="617837"/>
            <a:ext cx="3350842" cy="56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2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57F2409-1D44-448A-9DE6-431E6D1D1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32" y="0"/>
            <a:ext cx="5798962" cy="232412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4BEFF5C-DA3B-4E16-AA72-E19A7059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032" y="2319086"/>
            <a:ext cx="5178176" cy="440880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9287769-A3AC-4FBC-95AD-55DAD65BC5B7}"/>
              </a:ext>
            </a:extLst>
          </p:cNvPr>
          <p:cNvSpPr txBox="1"/>
          <p:nvPr/>
        </p:nvSpPr>
        <p:spPr>
          <a:xfrm>
            <a:off x="281031" y="209508"/>
            <a:ext cx="121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STEP1: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38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0135190-9378-4EFA-AE30-6CAAB72E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1185541"/>
            <a:ext cx="7144747" cy="336279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2B8CCB5-0C76-40C8-805C-B3DD729EBF64}"/>
              </a:ext>
            </a:extLst>
          </p:cNvPr>
          <p:cNvSpPr txBox="1"/>
          <p:nvPr/>
        </p:nvSpPr>
        <p:spPr>
          <a:xfrm>
            <a:off x="281031" y="209508"/>
            <a:ext cx="121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STEP2: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08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208A3C5-F18F-4567-9FC2-64418876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27" y="249423"/>
            <a:ext cx="5670208" cy="6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8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160BA4A-1CF9-4177-AF24-E5E702E5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30" y="67112"/>
            <a:ext cx="6090089" cy="17898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B9717CD-BE39-4D84-B15B-EC78E875E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13" y="1770217"/>
            <a:ext cx="6014906" cy="484450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50ECB7F-18CA-497B-A1F5-237545A04EEF}"/>
              </a:ext>
            </a:extLst>
          </p:cNvPr>
          <p:cNvSpPr txBox="1"/>
          <p:nvPr/>
        </p:nvSpPr>
        <p:spPr>
          <a:xfrm>
            <a:off x="281031" y="209508"/>
            <a:ext cx="121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STEP3: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5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5A9E5A-E491-4639-94C0-9A686FCF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509444"/>
            <a:ext cx="7382905" cy="383911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372A726-8090-4593-8CCE-0D7E601E65CD}"/>
              </a:ext>
            </a:extLst>
          </p:cNvPr>
          <p:cNvSpPr txBox="1"/>
          <p:nvPr/>
        </p:nvSpPr>
        <p:spPr>
          <a:xfrm>
            <a:off x="281031" y="209508"/>
            <a:ext cx="121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STEP4: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57AADF0-9EC5-4FDC-8E22-8963DA0DE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32" y="0"/>
            <a:ext cx="8831093" cy="649968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E581D3D-9EDA-4D1D-8BE4-F2431D185BAA}"/>
              </a:ext>
            </a:extLst>
          </p:cNvPr>
          <p:cNvSpPr txBox="1"/>
          <p:nvPr/>
        </p:nvSpPr>
        <p:spPr>
          <a:xfrm>
            <a:off x="281031" y="209508"/>
            <a:ext cx="121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STEP5: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17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CA89A8E-03A9-4536-A113-AF344322944C}"/>
              </a:ext>
            </a:extLst>
          </p:cNvPr>
          <p:cNvSpPr txBox="1"/>
          <p:nvPr/>
        </p:nvSpPr>
        <p:spPr>
          <a:xfrm>
            <a:off x="2123813" y="2828835"/>
            <a:ext cx="7944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參考網址</a:t>
            </a:r>
            <a:r>
              <a:rPr lang="en-US" altLang="zh-TW" dirty="0"/>
              <a:t>:</a:t>
            </a:r>
          </a:p>
          <a:p>
            <a:r>
              <a:rPr lang="en-US" altLang="zh-TW" dirty="0">
                <a:hlinkClick r:id="rId2"/>
              </a:rPr>
              <a:t>https://engineering.linecorp.com/zh-hant/blog/aws-deepracer-2019</a:t>
            </a:r>
            <a:endParaRPr lang="zh-TW" altLang="en-US" dirty="0"/>
          </a:p>
          <a:p>
            <a:r>
              <a:rPr lang="en-US" altLang="zh-TW" dirty="0">
                <a:hlinkClick r:id="rId3"/>
              </a:rPr>
              <a:t>https://us-east-1.console.aws.amazon.com/deepracer/home?region=us-east-1#createModel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7724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60</Words>
  <Application>Microsoft Office PowerPoint</Application>
  <PresentationFormat>寬螢幕</PresentationFormat>
  <Paragraphs>12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佈景主題</vt:lpstr>
      <vt:lpstr>DeepRacer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DeepRacer</dc:title>
  <dc:creator>amath701</dc:creator>
  <cp:lastModifiedBy>amath701</cp:lastModifiedBy>
  <cp:revision>9</cp:revision>
  <dcterms:created xsi:type="dcterms:W3CDTF">2024-03-22T03:18:55Z</dcterms:created>
  <dcterms:modified xsi:type="dcterms:W3CDTF">2024-03-22T03:50:29Z</dcterms:modified>
</cp:coreProperties>
</file>